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IDM_VTON | Category: CLOTHING_RETAIL</a:t>
            </a:r>
          </a:p>
          <a:p>
            <a:r>
              <a:rPr sz="1400"/>
              <a:t>Upstream: https://github.com/yisol/IDM-VTON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IDM_VTON.</a:t>
            </a:r>
          </a:p>
          <a:p>
            <a:r>
              <a:rPr sz="1400"/>
              <a:t>Improved 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IDM_VTON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